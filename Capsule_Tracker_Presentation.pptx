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Inter"/>
              </a:defRPr>
            </a:pPr>
            <a:r>
              <a:t>CAPSULE TRACKER</a:t>
            </a:r>
          </a:p>
          <a:p>
            <a:pPr>
              <a:spcBef>
                <a:spcPts val="800"/>
              </a:spcBef>
              <a:defRPr sz="2200">
                <a:solidFill>
                  <a:srgbClr val="38BDF8"/>
                </a:solidFill>
                <a:latin typeface="Inter"/>
              </a:defRPr>
            </a:pPr>
            <a:r>
              <a:t>Child Safety &amp; Off-Grid Telemetry System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Real-Time Tracking, Vitals Monitoring, Geofencing &amp; Instant Emergency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846320"/>
            <a:ext cx="4572000" cy="73152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🟢 System Status: Full Ingestion Engine Operational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OVERVIEW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System Architecture &amp; Core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📡 Hardware Layer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LoRa Off-Grid Radio Transmission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Smart Wristband Wearable Unit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Continuous Pulse &amp; SpO2 Sensors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Physical SOS Emergency Trigger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Optical Strap Tamper 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⚙️ Backend Pipeline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Apache / XAMPP Local Server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PHP 8 RESTful Telemetry APIs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PDO Secure MySQL Integration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Haversine Geofence Engine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Automated Alert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💻 Dashboard &amp; UI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HTML5 / CSS3 Responsive Layout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JavaScript Async Polling (3s Engine)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Google Maps Dark Theme Styling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Live Vitals Dashboard Cards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Dynamic Status Alert Badges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DATA ENGINE &amp;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Database Architecture &amp; Live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📊 `telemetry_logs` Table Structure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latitude &amp; longitude: DECIMAL(10,8) for precise GPS location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speed: FLOAT for movement velocity tracking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battery_level: INT percentage of wearable power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heart_rate &amp; spo2: INT real-time health telemetry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tamper_status: TINYINT boolean optical strap state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sos_active: TINYINT instant panic button trigger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🚨 Automated Geofence &amp; Alert Processing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Haversine Formula Execution: Evaluates distance against preset safe zone center point.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Geofence Breach Detection: Automatically generates an alert if distance exceeds boundary.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Tamper Ingestion: Detects strap removal or cut within milliseconds of arrival.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Unresolved Incident Queue: Stores active alerts in `alert_logs` for instant dashboard broadcast.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FRONTEND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Live Monitoring Dashboard &amp; Hardware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🖥️ Live Safety Dashboard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Google Maps Dark Mode: Smooth marker repositioning and dynamic map panning.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Automated 3-Second Poller: Queries `get_dashboard_data.php` seamlessly without full page refresh.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Real-Time Vitals Display: Heart Rate (BPM), SpO2 (%), Battery Level, and Coordinates.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Dynamic Status Badge: Color-shifts automatically to RED on SOS emergency or TAMPER breach.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🛠️ Wearable Telemetry Simulator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Custom Coordinates Test: Test out-of-bounds geofence breaches instantly.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Biometric Sliders: Simulate spikes in Heart Rate or drop in SpO2.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Tamper &amp; SOS Controls: Switch states to trigger immediate real-time database alerts.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JSON Payload Inspector: Displays real-time API response from `receive_telemetry.php`.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MILESTONES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Current Progress &amp;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✅ Completed Achievements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✓ MySQL relational database schema designed and normalized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✓ Haversine geofencing &amp; backend telemetry ingestion pipeline built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✓ Hardware simulation engine fully functional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✓ Live dashboard integrated with Google Maps dark mode &amp; polling API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✓ Real-time visual alert system operational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D28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🚀 Upcoming Modules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→ Interactive Geofence Zone Management UI (Geofencing.html)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→ Historical Movement Trail &amp; Breadcrumb Playback (Tracking_History.html)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→ Device Configuration &amp; Threshold Settings Page (Setting.html)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→ Physical LoRa SX1278 hardware integration with Arduino/ESP32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