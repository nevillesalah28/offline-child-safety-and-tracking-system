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64592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Inter"/>
              </a:defRPr>
            </a:pPr>
            <a:r>
              <a:t>CAPSULE TRACKER</a:t>
            </a:r>
          </a:p>
          <a:p>
            <a:pPr>
              <a:spcBef>
                <a:spcPts val="1000"/>
              </a:spcBef>
              <a:defRPr sz="2400" b="1">
                <a:solidFill>
                  <a:srgbClr val="38BDF8"/>
                </a:solidFill>
                <a:latin typeface="Inter"/>
              </a:defRPr>
            </a:pPr>
            <a:r>
              <a:t>Child Safety &amp; Off-Grid Telemetry System</a:t>
            </a:r>
          </a:p>
          <a:p>
            <a:pPr>
              <a:spcBef>
                <a:spcPts val="1800"/>
              </a:spcBef>
              <a:defRPr sz="1600">
                <a:solidFill>
                  <a:srgbClr val="94A3B8"/>
                </a:solidFill>
                <a:latin typeface="Inter"/>
              </a:defRPr>
            </a:pPr>
            <a:r>
              <a:t>Real-Time GPS Tracking, Biometric Vitals Monitoring &amp; Instant Tamper 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5029200"/>
            <a:ext cx="5303520" cy="77724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🟢 Status: Live Backend Ingestion &amp; Dashboard Operational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BACKGROUND &amp;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Problem Statement &amp; Project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⚠️ Existing Safety Limitations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Cellular Dependence: Standard GPS trackers fail entirely in remote or off-grid areas without SIM signal.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No Removal Detection: Traditional wearables provide no alert when unbuckled or forcibly cut.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Lack of Vitals Context: Basic location trackers fail to capture stress signals like elevated heart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💡 The Capsule Tracker Solution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Long-Range LoRa Mesh: Transmits telemetry parameters up to several kilometers without cellular networks.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Optical Strap Tamper Sensor: Triggers instantaneous alerts if the wristband is opened.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Integrated Biometrics: Monitors real-time Heart Rate (BPM) and Blood Oxygen (SpO2).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Automated Geofence: Instantly flags out-of-bounds occurrences via backend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High-Level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🖼️ SYSTEM ARCHITECTURE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🔄 End-to-End Data Pipeline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1. Smart Wristband Node: Captures GPS coordinates, heart rate, SpO2, SOS button state, and optical tamper status.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2. LoRa Telemetry Transmission: Packets are broadcast over long-range radio frequencies to the central gateway.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3. PHP REST Ingestion Engine: `receive_telemetry.php` receives JSON payloads, executes validation, and processes geofencing.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4. MySQL Relational Storage: Ingested telemetry is committed to normalized SQL tables (`telemetry_logs` &amp; `alert_logs`).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5. Async Live Dashboard: AJAX long-polling updates Google Maps Dark Mode UI every 3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WEARABLE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Smart Wristband Hardware &amp; Sensor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🎛️ On-Board Components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LoRa SX1278 Transceiver: 433/868MHz frequency band for long-range transmission.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GPS Module (NEO-6M): High-precision coordinate positioning.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PPG Pulse Sensor (MAX30102): Real-time optical heart rate and SpO2 calculation.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Optical Strap Sensor: Detects physical circuit broken / removal status.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Panic Button (SOS): Tactile switch triggering immediate high-priority override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🖼️ WRISTBAND HARDWARE SCHEMATIC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DATA STORAGE &amp;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Relational Database Schema (MySQL)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📋 `telemetry_logs` Schema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id: INT AUTO_INCREMENT PRIMARY KEY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device_id: VARCHAR(50) DEFAULT 'WRISTBAND_01'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latitude &amp; longitude: DECIMAL(10,8) / (11,8)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speed: FLOAT (Movement tracking)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battery_level: INT (0-100%)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heart_rate &amp; spo2: INT (Biometric values)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tamper_status &amp; sos_active: TINYINT(1)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created_at: TIMESTAMP DEFAULT CURRENT_TIMESTAMP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🚨 `alert_logs` Schema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id: INT AUTO_INCREMENT PRIMARY KEY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device_id: VARCHAR(50) NOT NULL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alert_type: VARCHAR(50) ('GEOFENCE_BREACH', 'STRAP_TAMPER', 'SOS_EMERGENCY')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message: TEXT (Detailed emergency description)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latitude &amp; longitude: DECIMAL(10,8) / (11,8)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is_resolved: TINYINT(1) DEFAULT 0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created_at: TIMESTAMP DEFAULT CURRENT_TIMESTAMP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ALGORITHMIC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Real-Time Geofencing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📐 Haversine Distance Formula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Calculates exact great-circle distance between two points on a sphere: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Δlat = lat2 - lat1 | Δlon = lon2 - lon1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a = sin²(Δlat/2) + cos(lat1)·cos(lat2)·sin²(Δlon/2)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c = 2 · atan2( √a, √(1−a) )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Distance = R · c  (where R = 6,371,000 meters)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🛡️ Safe Zone Enforcement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Dynamic Radius Boundary: Preset home/school center point with configurable safe radius (e.g., 500m).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Automated Breach Detection: Evaluates incoming coordinates against safe boundary during telemetry parsing.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Instant Alert Dispatch: Automatically logs 'GEOFENCE_BREACH' entry into `alert_logs` if computed distance exceeds radius.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SECURITY &amp;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Emergency &amp; Tamper Alert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rPr dirty="0"/>
              <a:t> Real-Time Threat Handling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Strap Tamper Trigger: Instant detection when the optical circuit opens. `</a:t>
            </a:r>
            <a:r>
              <a:rPr dirty="0" err="1"/>
              <a:t>receive_telemetry.php</a:t>
            </a:r>
            <a:r>
              <a:rPr dirty="0"/>
              <a:t>` immediately logs 'STRAP_TAMPER'.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Panic SOS Trigger: Manual activation by child creates high-priority 'SOS_EMERGENCY' alert.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Visual UI Override: Flashes red emergency badge on the frontend monitoring system.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Unresolved Alert Queue: Persists warning state until administrator clears the event.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🖼️ ALERT BADGE OVERRIDE SCREENSHOT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FRONTEND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Web Control Center &amp; Interactive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🖼️ LIVE DASHBOARD SCREENSHOT (INDEX.HTML)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rPr dirty="0"/>
              <a:t>Dashboard Interface </a:t>
            </a:r>
            <a:endParaRPr lang="en-US" dirty="0"/>
          </a:p>
          <a:p>
            <a:pPr algn="ctr">
              <a:defRPr sz="2200" b="1">
                <a:solidFill>
                  <a:srgbClr val="38BDF8"/>
                </a:solidFill>
              </a:defRPr>
            </a:pPr>
            <a:r>
              <a:rPr dirty="0"/>
              <a:t>(</a:t>
            </a:r>
            <a:r>
              <a:rPr lang="en-US" dirty="0"/>
              <a:t>"</a:t>
            </a:r>
            <a:r>
              <a:rPr dirty="0"/>
              <a:t>index.html</a:t>
            </a:r>
            <a:r>
              <a:rPr lang="en-US" dirty="0"/>
              <a:t>"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Google Maps Dark Mode: High contrast, dark styled vector map centered on live coordinates.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Async 3-Second Poller: `</a:t>
            </a:r>
            <a:r>
              <a:rPr dirty="0" err="1"/>
              <a:t>fetchDashboardData</a:t>
            </a:r>
            <a:r>
              <a:rPr dirty="0"/>
              <a:t>()` retrieves telemetry smooth without page reloads.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Biometric Cards: Live Heart Rate (BPM), SpO2 (%), and Wearable Battery percentage.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Quick Emergency Controls: Ping Wristband transmitter and Remote Alarm Siren trigger.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TESTING &amp; EMULATION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Hardware Telemetry Simulator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🛠️ Telemetry Simulator (`simulator.html`)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Coordinate Manipulation: Test custom GPS points to simulate geofence boundaries.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Biometric Sliders: Dynamic adjustment of simulated Heart Rate (BPM) and SpO2 levels.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Hardware State Toggles: Instantly force SOS Active or Strap Cut states.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API Response Console: Displays real-time JSON responses returned by PHP 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🖼️ SIMULATOR UI SCREENSHOT (SIMULATOR.HTML)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PHP API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RESTful Backend API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rPr dirty="0" err="1"/>
              <a:t>receive_telemetry.php</a:t>
            </a:r>
            <a:endParaRPr dirty="0"/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rPr dirty="0"/>
              <a:t>• Method: POST (JSON Payload Ingestion)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rPr dirty="0"/>
              <a:t>• Validates input payload fields and checks bounds.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rPr dirty="0"/>
              <a:t>• Executes Haversine Geofence comparison.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rPr dirty="0"/>
              <a:t>• Inserts packet into `</a:t>
            </a:r>
            <a:r>
              <a:rPr dirty="0" err="1"/>
              <a:t>telemetry_logs</a:t>
            </a:r>
            <a:r>
              <a:rPr dirty="0"/>
              <a:t>`.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rPr dirty="0"/>
              <a:t>• Generates emergency alerts in `</a:t>
            </a:r>
            <a:r>
              <a:rPr dirty="0" err="1"/>
              <a:t>alert_logs</a:t>
            </a:r>
            <a:r>
              <a:rPr dirty="0"/>
              <a:t>` if tamper or SOS active.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rPr dirty="0"/>
              <a:t> </a:t>
            </a:r>
            <a:r>
              <a:rPr dirty="0" err="1"/>
              <a:t>get_dashboard_data.php</a:t>
            </a:r>
            <a:endParaRPr dirty="0"/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rPr dirty="0"/>
              <a:t>• Method: GET (JSON Response)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rPr dirty="0"/>
              <a:t>• Queries latest record from `</a:t>
            </a:r>
            <a:r>
              <a:rPr dirty="0" err="1"/>
              <a:t>telemetry_logs</a:t>
            </a:r>
            <a:r>
              <a:rPr dirty="0"/>
              <a:t>`.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rPr dirty="0"/>
              <a:t>• Fetches active unresolved warnings from `</a:t>
            </a:r>
            <a:r>
              <a:rPr dirty="0" err="1"/>
              <a:t>alert_logs</a:t>
            </a:r>
            <a:r>
              <a:rPr dirty="0"/>
              <a:t>`.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rPr dirty="0"/>
              <a:t>• Returns synchronized JSON telemetry state to dashboard JS engine.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DEBUGGING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Technical Challenges &amp; Solutions Resolved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rPr dirty="0"/>
              <a:t> Engineering Resolutions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Database Column Mismatch (SQL State 42S22): Resolved missing '</a:t>
            </a:r>
            <a:r>
              <a:rPr dirty="0" err="1"/>
              <a:t>device_id</a:t>
            </a:r>
            <a:r>
              <a:rPr dirty="0"/>
              <a:t>' column issue in `</a:t>
            </a:r>
            <a:r>
              <a:rPr dirty="0" err="1"/>
              <a:t>alert_logs</a:t>
            </a:r>
            <a:r>
              <a:rPr dirty="0"/>
              <a:t>` table via automated migration scripts.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Async Dynamic Map Polling: Replaced static random telemetry simulation in JS with an active 3-second fetch engine connected to `</a:t>
            </a:r>
            <a:r>
              <a:rPr dirty="0" err="1"/>
              <a:t>get_dashboard_data.php</a:t>
            </a:r>
            <a:r>
              <a:rPr dirty="0"/>
              <a:t>`.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Google Maps Marker Repositioning: Implemented smooth `</a:t>
            </a:r>
            <a:r>
              <a:rPr dirty="0" err="1"/>
              <a:t>panTo</a:t>
            </a:r>
            <a:r>
              <a:rPr dirty="0"/>
              <a:t>()` map re-centering without full </a:t>
            </a:r>
            <a:r>
              <a:rPr dirty="0" err="1"/>
              <a:t>iframe</a:t>
            </a:r>
            <a:r>
              <a:rPr dirty="0"/>
              <a:t>/DOM re-renders.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• Visual Alert Badge Override: Configured conditional CSS logic to switch status badges dynamically based on backend SOS/Tamper flags.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PROJECT PHASING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Development Roadmap &amp; Future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rPr dirty="0"/>
              <a:t> Phase 1: Completed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✓ MySQL database schema &amp; connection setup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✓ Haversine geofencing &amp; backend telemetry ingestion API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✓ Interactive telemetry simulator interface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✓ Live dark-mode dashboard with async polling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✓ Real-time visual alert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rPr dirty="0"/>
              <a:t> Phase 2: Next Steps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→ Geofence UI Configuration (`Geofencing.html`)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→ Historical Breadcrumb Route Playback (`Tracking_History.html`)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→ Device &amp; Threshold Settings UI (`Setting.html`)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rPr dirty="0"/>
              <a:t>→ Physical LoRa SX1278 ESP32 Hardware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Live System Demonstration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🧪 Live Test Procedure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Step 1: Open Live Dashboard (`index.html`) in Primary Window.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Step 2: Launch Telemetry Simulator (`simulator.html`) in Secondary Window.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Step 3: Modify Latitude/Longitude to push device outside safe radius and observe instant Geofence Alert.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Step 4: Toggle Strap Cut / SOS Emergency state in Simulator.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Step 5: Verify automatic MySQL database commit and dynamic UI status badge shift within 3 seconds.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tlCol="0" anchor="ctr"/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000">
                <a:solidFill>
                  <a:srgbClr val="38BDF8"/>
                </a:solidFill>
              </a:defRPr>
            </a:pPr>
            <a:r>
              <a:t>Capsule Tracker: Smart Off-Grid Child Safety &amp; Telemetry</a:t>
            </a:r>
          </a:p>
          <a:p>
            <a:pPr algn="ctr">
              <a:spcBef>
                <a:spcPts val="2400"/>
              </a:spcBef>
              <a:defRPr sz="1800">
                <a:solidFill>
                  <a:srgbClr val="94A3B8"/>
                </a:solidFill>
              </a:defRPr>
            </a:pPr>
            <a:r>
              <a:t>Questions &amp;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1385</Words>
  <Application>Microsoft Office PowerPoint</Application>
  <PresentationFormat>Widescreen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Neville Salah</cp:lastModifiedBy>
  <cp:revision>2</cp:revision>
  <dcterms:created xsi:type="dcterms:W3CDTF">2013-01-27T09:14:16Z</dcterms:created>
  <dcterms:modified xsi:type="dcterms:W3CDTF">2026-08-04T09:26:35Z</dcterms:modified>
  <cp:category/>
</cp:coreProperties>
</file>